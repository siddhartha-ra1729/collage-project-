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6" r:id="rId4"/>
  </p:sldMasterIdLst>
  <p:notesMasterIdLst>
    <p:notesMasterId r:id="rId19"/>
  </p:notesMasterIdLst>
  <p:handoutMasterIdLst>
    <p:handoutMasterId r:id="rId20"/>
  </p:handoutMasterIdLst>
  <p:sldIdLst>
    <p:sldId id="266" r:id="rId5"/>
    <p:sldId id="257" r:id="rId6"/>
    <p:sldId id="259" r:id="rId7"/>
    <p:sldId id="273" r:id="rId8"/>
    <p:sldId id="271" r:id="rId9"/>
    <p:sldId id="262" r:id="rId10"/>
    <p:sldId id="263" r:id="rId11"/>
    <p:sldId id="268" r:id="rId12"/>
    <p:sldId id="270" r:id="rId13"/>
    <p:sldId id="272" r:id="rId14"/>
    <p:sldId id="261" r:id="rId15"/>
    <p:sldId id="264" r:id="rId16"/>
    <p:sldId id="260" r:id="rId17"/>
    <p:sldId id="25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9C9"/>
    <a:srgbClr val="C4E4F2"/>
    <a:srgbClr val="C2E8EC"/>
    <a:srgbClr val="C4E18F"/>
    <a:srgbClr val="AEE1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priti Mondal" userId="7bf098a5ea498850" providerId="LiveId" clId="{C1B0C2C6-D590-47EF-8212-C143C5EC1AAC}"/>
    <pc:docChg chg="undo custSel addSld delSld modSld sldOrd">
      <pc:chgData name="Supriti Mondal" userId="7bf098a5ea498850" providerId="LiveId" clId="{C1B0C2C6-D590-47EF-8212-C143C5EC1AAC}" dt="2025-05-29T17:09:20.479" v="658" actId="14100"/>
      <pc:docMkLst>
        <pc:docMk/>
      </pc:docMkLst>
      <pc:sldChg chg="modSp mod">
        <pc:chgData name="Supriti Mondal" userId="7bf098a5ea498850" providerId="LiveId" clId="{C1B0C2C6-D590-47EF-8212-C143C5EC1AAC}" dt="2025-05-29T15:54:20.179" v="235" actId="255"/>
        <pc:sldMkLst>
          <pc:docMk/>
          <pc:sldMk cId="928474382" sldId="257"/>
        </pc:sldMkLst>
        <pc:spChg chg="mod">
          <ac:chgData name="Supriti Mondal" userId="7bf098a5ea498850" providerId="LiveId" clId="{C1B0C2C6-D590-47EF-8212-C143C5EC1AAC}" dt="2025-05-29T14:36:28.225" v="5" actId="12"/>
          <ac:spMkLst>
            <pc:docMk/>
            <pc:sldMk cId="928474382" sldId="257"/>
            <ac:spMk id="2" creationId="{BB4B6193-F9F1-4C54-838F-77350B9FC5DC}"/>
          </ac:spMkLst>
        </pc:spChg>
        <pc:spChg chg="mod">
          <ac:chgData name="Supriti Mondal" userId="7bf098a5ea498850" providerId="LiveId" clId="{C1B0C2C6-D590-47EF-8212-C143C5EC1AAC}" dt="2025-05-29T15:54:20.179" v="235" actId="255"/>
          <ac:spMkLst>
            <pc:docMk/>
            <pc:sldMk cId="928474382" sldId="257"/>
            <ac:spMk id="6" creationId="{F224FB42-DDC0-CA16-5CF0-83F8C91412FC}"/>
          </ac:spMkLst>
        </pc:spChg>
      </pc:sldChg>
      <pc:sldChg chg="modSp mod">
        <pc:chgData name="Supriti Mondal" userId="7bf098a5ea498850" providerId="LiveId" clId="{C1B0C2C6-D590-47EF-8212-C143C5EC1AAC}" dt="2025-05-29T17:09:20.479" v="658" actId="14100"/>
        <pc:sldMkLst>
          <pc:docMk/>
          <pc:sldMk cId="1194767303" sldId="259"/>
        </pc:sldMkLst>
        <pc:spChg chg="mod">
          <ac:chgData name="Supriti Mondal" userId="7bf098a5ea498850" providerId="LiveId" clId="{C1B0C2C6-D590-47EF-8212-C143C5EC1AAC}" dt="2025-05-29T17:09:20.479" v="658" actId="14100"/>
          <ac:spMkLst>
            <pc:docMk/>
            <pc:sldMk cId="1194767303" sldId="259"/>
            <ac:spMk id="3" creationId="{B08B4CBE-C81D-1C8A-7ED7-693AB3A4B64A}"/>
          </ac:spMkLst>
        </pc:spChg>
      </pc:sldChg>
      <pc:sldChg chg="addSp delSp modSp mod">
        <pc:chgData name="Supriti Mondal" userId="7bf098a5ea498850" providerId="LiveId" clId="{C1B0C2C6-D590-47EF-8212-C143C5EC1AAC}" dt="2025-05-29T17:08:39.582" v="652" actId="1076"/>
        <pc:sldMkLst>
          <pc:docMk/>
          <pc:sldMk cId="1949214610" sldId="261"/>
        </pc:sldMkLst>
        <pc:spChg chg="add del mod">
          <ac:chgData name="Supriti Mondal" userId="7bf098a5ea498850" providerId="LiveId" clId="{C1B0C2C6-D590-47EF-8212-C143C5EC1AAC}" dt="2025-05-29T16:47:07.811" v="557" actId="478"/>
          <ac:spMkLst>
            <pc:docMk/>
            <pc:sldMk cId="1949214610" sldId="261"/>
            <ac:spMk id="3" creationId="{D33DE092-3ACA-22A0-86B1-E0254C6A4088}"/>
          </ac:spMkLst>
        </pc:spChg>
        <pc:spChg chg="add del mod">
          <ac:chgData name="Supriti Mondal" userId="7bf098a5ea498850" providerId="LiveId" clId="{C1B0C2C6-D590-47EF-8212-C143C5EC1AAC}" dt="2025-05-29T16:47:07.815" v="559"/>
          <ac:spMkLst>
            <pc:docMk/>
            <pc:sldMk cId="1949214610" sldId="261"/>
            <ac:spMk id="5" creationId="{CEE64308-3682-6365-81BA-AEBD19FC446F}"/>
          </ac:spMkLst>
        </pc:spChg>
        <pc:spChg chg="del mod">
          <ac:chgData name="Supriti Mondal" userId="7bf098a5ea498850" providerId="LiveId" clId="{C1B0C2C6-D590-47EF-8212-C143C5EC1AAC}" dt="2025-05-29T16:42:19.099" v="521" actId="478"/>
          <ac:spMkLst>
            <pc:docMk/>
            <pc:sldMk cId="1949214610" sldId="261"/>
            <ac:spMk id="6" creationId="{944D7AD2-D9AE-054F-5275-AEA978251A9B}"/>
          </ac:spMkLst>
        </pc:spChg>
        <pc:spChg chg="add mod">
          <ac:chgData name="Supriti Mondal" userId="7bf098a5ea498850" providerId="LiveId" clId="{C1B0C2C6-D590-47EF-8212-C143C5EC1AAC}" dt="2025-05-29T17:08:39.582" v="652" actId="1076"/>
          <ac:spMkLst>
            <pc:docMk/>
            <pc:sldMk cId="1949214610" sldId="261"/>
            <ac:spMk id="9" creationId="{E2574B9E-6AFE-29D8-9E4F-B552CBA237F2}"/>
          </ac:spMkLst>
        </pc:spChg>
        <pc:picChg chg="mod">
          <ac:chgData name="Supriti Mondal" userId="7bf098a5ea498850" providerId="LiveId" clId="{C1B0C2C6-D590-47EF-8212-C143C5EC1AAC}" dt="2025-05-29T16:42:22.974" v="523" actId="1076"/>
          <ac:picMkLst>
            <pc:docMk/>
            <pc:sldMk cId="1949214610" sldId="261"/>
            <ac:picMk id="7" creationId="{C55ED38E-1307-BA67-0C5C-B9D707667944}"/>
          </ac:picMkLst>
        </pc:picChg>
      </pc:sldChg>
      <pc:sldChg chg="modSp mod">
        <pc:chgData name="Supriti Mondal" userId="7bf098a5ea498850" providerId="LiveId" clId="{C1B0C2C6-D590-47EF-8212-C143C5EC1AAC}" dt="2025-05-29T17:08:50.176" v="653" actId="1076"/>
        <pc:sldMkLst>
          <pc:docMk/>
          <pc:sldMk cId="2874059514" sldId="264"/>
        </pc:sldMkLst>
        <pc:spChg chg="mod">
          <ac:chgData name="Supriti Mondal" userId="7bf098a5ea498850" providerId="LiveId" clId="{C1B0C2C6-D590-47EF-8212-C143C5EC1AAC}" dt="2025-05-29T16:01:11.555" v="276" actId="1076"/>
          <ac:spMkLst>
            <pc:docMk/>
            <pc:sldMk cId="2874059514" sldId="264"/>
            <ac:spMk id="2" creationId="{AC78EB87-2FEB-DDC5-BC31-8D31D66BCF7F}"/>
          </ac:spMkLst>
        </pc:spChg>
        <pc:spChg chg="mod">
          <ac:chgData name="Supriti Mondal" userId="7bf098a5ea498850" providerId="LiveId" clId="{C1B0C2C6-D590-47EF-8212-C143C5EC1AAC}" dt="2025-05-29T17:08:50.176" v="653" actId="1076"/>
          <ac:spMkLst>
            <pc:docMk/>
            <pc:sldMk cId="2874059514" sldId="264"/>
            <ac:spMk id="3" creationId="{16959F54-7261-E68F-9FB9-F5C818F11B68}"/>
          </ac:spMkLst>
        </pc:spChg>
      </pc:sldChg>
      <pc:sldChg chg="modSp mod">
        <pc:chgData name="Supriti Mondal" userId="7bf098a5ea498850" providerId="LiveId" clId="{C1B0C2C6-D590-47EF-8212-C143C5EC1AAC}" dt="2025-05-29T14:36:10.235" v="1" actId="14100"/>
        <pc:sldMkLst>
          <pc:docMk/>
          <pc:sldMk cId="2294620329" sldId="266"/>
        </pc:sldMkLst>
        <pc:spChg chg="mod">
          <ac:chgData name="Supriti Mondal" userId="7bf098a5ea498850" providerId="LiveId" clId="{C1B0C2C6-D590-47EF-8212-C143C5EC1AAC}" dt="2025-05-29T14:36:10.235" v="1" actId="14100"/>
          <ac:spMkLst>
            <pc:docMk/>
            <pc:sldMk cId="2294620329" sldId="266"/>
            <ac:spMk id="7" creationId="{50E85560-7752-7DE6-B2ED-4113A086C9DA}"/>
          </ac:spMkLst>
        </pc:spChg>
      </pc:sldChg>
      <pc:sldChg chg="del">
        <pc:chgData name="Supriti Mondal" userId="7bf098a5ea498850" providerId="LiveId" clId="{C1B0C2C6-D590-47EF-8212-C143C5EC1AAC}" dt="2025-05-29T16:15:27.558" v="326" actId="47"/>
        <pc:sldMkLst>
          <pc:docMk/>
          <pc:sldMk cId="2592026228" sldId="267"/>
        </pc:sldMkLst>
      </pc:sldChg>
      <pc:sldChg chg="modSp mod">
        <pc:chgData name="Supriti Mondal" userId="7bf098a5ea498850" providerId="LiveId" clId="{C1B0C2C6-D590-47EF-8212-C143C5EC1AAC}" dt="2025-05-29T16:15:46.735" v="327" actId="1076"/>
        <pc:sldMkLst>
          <pc:docMk/>
          <pc:sldMk cId="1933456178" sldId="268"/>
        </pc:sldMkLst>
        <pc:picChg chg="mod">
          <ac:chgData name="Supriti Mondal" userId="7bf098a5ea498850" providerId="LiveId" clId="{C1B0C2C6-D590-47EF-8212-C143C5EC1AAC}" dt="2025-05-29T16:15:46.735" v="327" actId="1076"/>
          <ac:picMkLst>
            <pc:docMk/>
            <pc:sldMk cId="1933456178" sldId="268"/>
            <ac:picMk id="5" creationId="{8E2DEC58-95E0-CD54-16F2-D4DF4746E6D8}"/>
          </ac:picMkLst>
        </pc:picChg>
      </pc:sldChg>
      <pc:sldChg chg="del">
        <pc:chgData name="Supriti Mondal" userId="7bf098a5ea498850" providerId="LiveId" clId="{C1B0C2C6-D590-47EF-8212-C143C5EC1AAC}" dt="2025-05-29T15:41:02.912" v="52" actId="2696"/>
        <pc:sldMkLst>
          <pc:docMk/>
          <pc:sldMk cId="3332918646" sldId="269"/>
        </pc:sldMkLst>
      </pc:sldChg>
      <pc:sldChg chg="addSp delSp modSp add mod">
        <pc:chgData name="Supriti Mondal" userId="7bf098a5ea498850" providerId="LiveId" clId="{C1B0C2C6-D590-47EF-8212-C143C5EC1AAC}" dt="2025-05-29T16:14:27.556" v="325" actId="1037"/>
        <pc:sldMkLst>
          <pc:docMk/>
          <pc:sldMk cId="129882481" sldId="271"/>
        </pc:sldMkLst>
        <pc:spChg chg="mod">
          <ac:chgData name="Supriti Mondal" userId="7bf098a5ea498850" providerId="LiveId" clId="{C1B0C2C6-D590-47EF-8212-C143C5EC1AAC}" dt="2025-05-29T16:14:27.556" v="325" actId="1037"/>
          <ac:spMkLst>
            <pc:docMk/>
            <pc:sldMk cId="129882481" sldId="271"/>
            <ac:spMk id="2" creationId="{CD3B4AF0-087C-4D14-E999-0A8BB54719AF}"/>
          </ac:spMkLst>
        </pc:spChg>
        <pc:spChg chg="del">
          <ac:chgData name="Supriti Mondal" userId="7bf098a5ea498850" providerId="LiveId" clId="{C1B0C2C6-D590-47EF-8212-C143C5EC1AAC}" dt="2025-05-29T15:40:13.285" v="31" actId="478"/>
          <ac:spMkLst>
            <pc:docMk/>
            <pc:sldMk cId="129882481" sldId="271"/>
            <ac:spMk id="3" creationId="{FD5528F1-4156-6600-6D47-02D0CD02DEA0}"/>
          </ac:spMkLst>
        </pc:spChg>
        <pc:spChg chg="del mod">
          <ac:chgData name="Supriti Mondal" userId="7bf098a5ea498850" providerId="LiveId" clId="{C1B0C2C6-D590-47EF-8212-C143C5EC1AAC}" dt="2025-05-29T15:40:16.782" v="34" actId="478"/>
          <ac:spMkLst>
            <pc:docMk/>
            <pc:sldMk cId="129882481" sldId="271"/>
            <ac:spMk id="8" creationId="{45D1BCCD-82EE-E978-98B7-00A82A1B2E6E}"/>
          </ac:spMkLst>
        </pc:spChg>
        <pc:spChg chg="del">
          <ac:chgData name="Supriti Mondal" userId="7bf098a5ea498850" providerId="LiveId" clId="{C1B0C2C6-D590-47EF-8212-C143C5EC1AAC}" dt="2025-05-29T15:40:17.886" v="35" actId="478"/>
          <ac:spMkLst>
            <pc:docMk/>
            <pc:sldMk cId="129882481" sldId="271"/>
            <ac:spMk id="10" creationId="{89E3C0A8-9592-BF4F-4127-D51E1AEE5B9B}"/>
          </ac:spMkLst>
        </pc:spChg>
        <pc:spChg chg="del">
          <ac:chgData name="Supriti Mondal" userId="7bf098a5ea498850" providerId="LiveId" clId="{C1B0C2C6-D590-47EF-8212-C143C5EC1AAC}" dt="2025-05-29T15:40:20.693" v="38" actId="478"/>
          <ac:spMkLst>
            <pc:docMk/>
            <pc:sldMk cId="129882481" sldId="271"/>
            <ac:spMk id="11" creationId="{836013A6-3291-21E6-38DC-786677622DB3}"/>
          </ac:spMkLst>
        </pc:spChg>
        <pc:spChg chg="del mod">
          <ac:chgData name="Supriti Mondal" userId="7bf098a5ea498850" providerId="LiveId" clId="{C1B0C2C6-D590-47EF-8212-C143C5EC1AAC}" dt="2025-05-29T15:40:23.638" v="41" actId="478"/>
          <ac:spMkLst>
            <pc:docMk/>
            <pc:sldMk cId="129882481" sldId="271"/>
            <ac:spMk id="12" creationId="{271FA330-1D91-56A9-545B-CD78F34A6690}"/>
          </ac:spMkLst>
        </pc:spChg>
        <pc:spChg chg="del">
          <ac:chgData name="Supriti Mondal" userId="7bf098a5ea498850" providerId="LiveId" clId="{C1B0C2C6-D590-47EF-8212-C143C5EC1AAC}" dt="2025-05-29T15:40:25.948" v="43" actId="478"/>
          <ac:spMkLst>
            <pc:docMk/>
            <pc:sldMk cId="129882481" sldId="271"/>
            <ac:spMk id="13" creationId="{92078ECD-2CEC-143F-7EDE-BD69B7CCE9F9}"/>
          </ac:spMkLst>
        </pc:spChg>
        <pc:spChg chg="del">
          <ac:chgData name="Supriti Mondal" userId="7bf098a5ea498850" providerId="LiveId" clId="{C1B0C2C6-D590-47EF-8212-C143C5EC1AAC}" dt="2025-05-29T15:40:28.115" v="45" actId="478"/>
          <ac:spMkLst>
            <pc:docMk/>
            <pc:sldMk cId="129882481" sldId="271"/>
            <ac:spMk id="14" creationId="{2869B4E3-4F75-E556-6312-B729995D6192}"/>
          </ac:spMkLst>
        </pc:spChg>
        <pc:picChg chg="add mod">
          <ac:chgData name="Supriti Mondal" userId="7bf098a5ea498850" providerId="LiveId" clId="{C1B0C2C6-D590-47EF-8212-C143C5EC1AAC}" dt="2025-05-29T16:14:03.696" v="316" actId="1076"/>
          <ac:picMkLst>
            <pc:docMk/>
            <pc:sldMk cId="129882481" sldId="271"/>
            <ac:picMk id="4" creationId="{48891669-F71F-DC47-E85D-5C12CC7F59D7}"/>
          </ac:picMkLst>
        </pc:picChg>
        <pc:cxnChg chg="del mod">
          <ac:chgData name="Supriti Mondal" userId="7bf098a5ea498850" providerId="LiveId" clId="{C1B0C2C6-D590-47EF-8212-C143C5EC1AAC}" dt="2025-05-29T15:40:15.624" v="33" actId="478"/>
          <ac:cxnSpMkLst>
            <pc:docMk/>
            <pc:sldMk cId="129882481" sldId="271"/>
            <ac:cxnSpMk id="19" creationId="{2CE719F8-C7E3-4F6A-804E-CAA307DB8F70}"/>
          </ac:cxnSpMkLst>
        </pc:cxnChg>
        <pc:cxnChg chg="del">
          <ac:chgData name="Supriti Mondal" userId="7bf098a5ea498850" providerId="LiveId" clId="{C1B0C2C6-D590-47EF-8212-C143C5EC1AAC}" dt="2025-05-29T15:40:18.764" v="36" actId="478"/>
          <ac:cxnSpMkLst>
            <pc:docMk/>
            <pc:sldMk cId="129882481" sldId="271"/>
            <ac:cxnSpMk id="20" creationId="{45EA2681-FF2E-BAFD-1847-812CEF5FAF8D}"/>
          </ac:cxnSpMkLst>
        </pc:cxnChg>
        <pc:cxnChg chg="del">
          <ac:chgData name="Supriti Mondal" userId="7bf098a5ea498850" providerId="LiveId" clId="{C1B0C2C6-D590-47EF-8212-C143C5EC1AAC}" dt="2025-05-29T15:40:27.083" v="44" actId="478"/>
          <ac:cxnSpMkLst>
            <pc:docMk/>
            <pc:sldMk cId="129882481" sldId="271"/>
            <ac:cxnSpMk id="21" creationId="{02FCE0B3-EF87-6F60-BA5D-94EF451CC29A}"/>
          </ac:cxnSpMkLst>
        </pc:cxnChg>
        <pc:cxnChg chg="del">
          <ac:chgData name="Supriti Mondal" userId="7bf098a5ea498850" providerId="LiveId" clId="{C1B0C2C6-D590-47EF-8212-C143C5EC1AAC}" dt="2025-05-29T15:40:24.888" v="42" actId="478"/>
          <ac:cxnSpMkLst>
            <pc:docMk/>
            <pc:sldMk cId="129882481" sldId="271"/>
            <ac:cxnSpMk id="22" creationId="{F3AED2D3-9F8B-A654-B43B-AC0EE6DCAC65}"/>
          </ac:cxnSpMkLst>
        </pc:cxnChg>
        <pc:cxnChg chg="del mod">
          <ac:chgData name="Supriti Mondal" userId="7bf098a5ea498850" providerId="LiveId" clId="{C1B0C2C6-D590-47EF-8212-C143C5EC1AAC}" dt="2025-05-29T15:40:19.776" v="37" actId="478"/>
          <ac:cxnSpMkLst>
            <pc:docMk/>
            <pc:sldMk cId="129882481" sldId="271"/>
            <ac:cxnSpMk id="24" creationId="{CE389520-56E5-53B6-7BFF-B3209B6FCA23}"/>
          </ac:cxnSpMkLst>
        </pc:cxnChg>
        <pc:cxnChg chg="del mod">
          <ac:chgData name="Supriti Mondal" userId="7bf098a5ea498850" providerId="LiveId" clId="{C1B0C2C6-D590-47EF-8212-C143C5EC1AAC}" dt="2025-05-29T15:40:21.616" v="39" actId="478"/>
          <ac:cxnSpMkLst>
            <pc:docMk/>
            <pc:sldMk cId="129882481" sldId="271"/>
            <ac:cxnSpMk id="25" creationId="{8A190267-8206-03B4-6D8A-1CE843656453}"/>
          </ac:cxnSpMkLst>
        </pc:cxnChg>
      </pc:sldChg>
      <pc:sldChg chg="addSp delSp modSp add mod ord">
        <pc:chgData name="Supriti Mondal" userId="7bf098a5ea498850" providerId="LiveId" clId="{C1B0C2C6-D590-47EF-8212-C143C5EC1AAC}" dt="2025-05-29T17:08:57.554" v="654" actId="1076"/>
        <pc:sldMkLst>
          <pc:docMk/>
          <pc:sldMk cId="2690740781" sldId="272"/>
        </pc:sldMkLst>
        <pc:spChg chg="del mod">
          <ac:chgData name="Supriti Mondal" userId="7bf098a5ea498850" providerId="LiveId" clId="{C1B0C2C6-D590-47EF-8212-C143C5EC1AAC}" dt="2025-05-29T15:59:28.356" v="256" actId="478"/>
          <ac:spMkLst>
            <pc:docMk/>
            <pc:sldMk cId="2690740781" sldId="272"/>
            <ac:spMk id="2" creationId="{99B0AFAF-747B-D09D-4B25-0D5D5239703E}"/>
          </ac:spMkLst>
        </pc:spChg>
        <pc:spChg chg="del mod">
          <ac:chgData name="Supriti Mondal" userId="7bf098a5ea498850" providerId="LiveId" clId="{C1B0C2C6-D590-47EF-8212-C143C5EC1AAC}" dt="2025-05-29T15:59:58.613" v="264" actId="478"/>
          <ac:spMkLst>
            <pc:docMk/>
            <pc:sldMk cId="2690740781" sldId="272"/>
            <ac:spMk id="3" creationId="{4BEF9039-2EE4-0D3C-2E6F-95CCCB1468A1}"/>
          </ac:spMkLst>
        </pc:spChg>
        <pc:spChg chg="add del mod">
          <ac:chgData name="Supriti Mondal" userId="7bf098a5ea498850" providerId="LiveId" clId="{C1B0C2C6-D590-47EF-8212-C143C5EC1AAC}" dt="2025-05-29T15:59:31.135" v="257" actId="478"/>
          <ac:spMkLst>
            <pc:docMk/>
            <pc:sldMk cId="2690740781" sldId="272"/>
            <ac:spMk id="6" creationId="{1E3D26BB-E86A-1C0B-1208-25805C30FEBE}"/>
          </ac:spMkLst>
        </pc:spChg>
        <pc:spChg chg="add mod">
          <ac:chgData name="Supriti Mondal" userId="7bf098a5ea498850" providerId="LiveId" clId="{C1B0C2C6-D590-47EF-8212-C143C5EC1AAC}" dt="2025-05-29T16:18:14.956" v="357" actId="1036"/>
          <ac:spMkLst>
            <pc:docMk/>
            <pc:sldMk cId="2690740781" sldId="272"/>
            <ac:spMk id="7" creationId="{70679654-C8E3-F07C-E008-66D8E7A518BA}"/>
          </ac:spMkLst>
        </pc:spChg>
        <pc:spChg chg="add mod">
          <ac:chgData name="Supriti Mondal" userId="7bf098a5ea498850" providerId="LiveId" clId="{C1B0C2C6-D590-47EF-8212-C143C5EC1AAC}" dt="2025-05-29T17:08:57.554" v="654" actId="1076"/>
          <ac:spMkLst>
            <pc:docMk/>
            <pc:sldMk cId="2690740781" sldId="272"/>
            <ac:spMk id="8" creationId="{FF801007-2401-B44E-80CA-44F88580202E}"/>
          </ac:spMkLst>
        </pc:spChg>
      </pc:sldChg>
      <pc:sldChg chg="addSp delSp modSp add mod ord">
        <pc:chgData name="Supriti Mondal" userId="7bf098a5ea498850" providerId="LiveId" clId="{C1B0C2C6-D590-47EF-8212-C143C5EC1AAC}" dt="2025-05-29T17:09:09.706" v="656" actId="14100"/>
        <pc:sldMkLst>
          <pc:docMk/>
          <pc:sldMk cId="527405046" sldId="273"/>
        </pc:sldMkLst>
        <pc:spChg chg="add del mod">
          <ac:chgData name="Supriti Mondal" userId="7bf098a5ea498850" providerId="LiveId" clId="{C1B0C2C6-D590-47EF-8212-C143C5EC1AAC}" dt="2025-05-29T15:59:17.712" v="254" actId="21"/>
          <ac:spMkLst>
            <pc:docMk/>
            <pc:sldMk cId="527405046" sldId="273"/>
            <ac:spMk id="2" creationId="{70679654-C8E3-F07C-E008-66D8E7A518BA}"/>
          </ac:spMkLst>
        </pc:spChg>
        <pc:spChg chg="add mod">
          <ac:chgData name="Supriti Mondal" userId="7bf098a5ea498850" providerId="LiveId" clId="{C1B0C2C6-D590-47EF-8212-C143C5EC1AAC}" dt="2025-05-29T15:58:58.940" v="249" actId="1076"/>
          <ac:spMkLst>
            <pc:docMk/>
            <pc:sldMk cId="527405046" sldId="273"/>
            <ac:spMk id="3" creationId="{29BFE50F-F5B3-EC5B-2B84-7BF9DAD57C08}"/>
          </ac:spMkLst>
        </pc:spChg>
        <pc:spChg chg="add mod">
          <ac:chgData name="Supriti Mondal" userId="7bf098a5ea498850" providerId="LiveId" clId="{C1B0C2C6-D590-47EF-8212-C143C5EC1AAC}" dt="2025-05-29T17:09:09.706" v="656" actId="14100"/>
          <ac:spMkLst>
            <pc:docMk/>
            <pc:sldMk cId="527405046" sldId="273"/>
            <ac:spMk id="5" creationId="{ED0265A9-4F7A-4AA7-EE00-067F8A10584F}"/>
          </ac:spMkLst>
        </pc:spChg>
        <pc:spChg chg="del mod">
          <ac:chgData name="Supriti Mondal" userId="7bf098a5ea498850" providerId="LiveId" clId="{C1B0C2C6-D590-47EF-8212-C143C5EC1AAC}" dt="2025-05-29T15:59:53.917" v="263" actId="21"/>
          <ac:spMkLst>
            <pc:docMk/>
            <pc:sldMk cId="527405046" sldId="273"/>
            <ac:spMk id="6" creationId="{FF801007-2401-B44E-80CA-44F88580202E}"/>
          </ac:spMkLst>
        </pc:spChg>
        <pc:spChg chg="add del mod">
          <ac:chgData name="Supriti Mondal" userId="7bf098a5ea498850" providerId="LiveId" clId="{C1B0C2C6-D590-47EF-8212-C143C5EC1AAC}" dt="2025-05-29T15:59:15.117" v="253" actId="21"/>
          <ac:spMkLst>
            <pc:docMk/>
            <pc:sldMk cId="527405046" sldId="273"/>
            <ac:spMk id="10" creationId="{320646B7-3457-00E1-40B6-7D25F71894FF}"/>
          </ac:spMkLst>
        </pc:spChg>
        <pc:spChg chg="add del mod">
          <ac:chgData name="Supriti Mondal" userId="7bf098a5ea498850" providerId="LiveId" clId="{C1B0C2C6-D590-47EF-8212-C143C5EC1AAC}" dt="2025-05-29T15:59:21.097" v="255" actId="478"/>
          <ac:spMkLst>
            <pc:docMk/>
            <pc:sldMk cId="527405046" sldId="273"/>
            <ac:spMk id="13" creationId="{CD8EDB70-BE06-E370-92E5-5C6F2BB7F5A2}"/>
          </ac:spMkLst>
        </pc:spChg>
        <pc:spChg chg="add">
          <ac:chgData name="Supriti Mondal" userId="7bf098a5ea498850" providerId="LiveId" clId="{C1B0C2C6-D590-47EF-8212-C143C5EC1AAC}" dt="2025-05-29T16:09:24.801" v="287"/>
          <ac:spMkLst>
            <pc:docMk/>
            <pc:sldMk cId="527405046" sldId="273"/>
            <ac:spMk id="14" creationId="{822B740B-CF54-500F-90B3-CEAF5F7BF14F}"/>
          </ac:spMkLst>
        </pc:spChg>
        <pc:picChg chg="mod">
          <ac:chgData name="Supriti Mondal" userId="7bf098a5ea498850" providerId="LiveId" clId="{C1B0C2C6-D590-47EF-8212-C143C5EC1AAC}" dt="2025-05-29T15:59:50.037" v="262" actId="1076"/>
          <ac:picMkLst>
            <pc:docMk/>
            <pc:sldMk cId="527405046" sldId="273"/>
            <ac:picMk id="7" creationId="{72954B30-B82E-C2A2-C9FE-6B477023844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45E872-1A40-4FE7-986C-59F628C1EA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F5374-08E9-4C85-B7A7-3F19604B53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06F1-B57D-406B-8F09-B1FDC0D0B1F3}" type="datetimeFigureOut">
              <a:rPr lang="en-US" smtClean="0"/>
              <a:t>5/29/2025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FACC5-BCFD-4649-8006-C71939BACE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46B17-7076-4944-A4A2-FD49936A33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EDE44-B1FC-494A-A972-62DC7CABB2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689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7F2BD-238E-42D0-B670-F788A50DBDE8}" type="datetimeFigureOut">
              <a:rPr lang="en-US" smtClean="0"/>
              <a:t>5/29/2025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8DF69-FFB1-4D3A-9D8C-5887E79674D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76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89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466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D5CD9-9A57-5C72-E931-D7BD6AEE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CDD30-2A46-8D26-BA69-26096B0C0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0C787-59C4-21BB-3C99-8D2767EA8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63028-6DAB-9F21-0E4E-6453AFACD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241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97FDD-9459-2DF4-F09D-B7FCC11C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A03D0-DB6E-746B-023D-DAA139926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1DB96-4D60-0DE0-84B0-88E8ED70C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EB899-017A-837B-759F-348336F6D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33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1BBAA-F2F7-6B53-C855-FBD80443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F44F9-9880-D02F-7035-881672ADF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B2A54-F17A-8BE2-2585-4060F20ED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34B24-B9B4-6233-AFF0-2398A75D8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9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C0D0-367E-88A9-5105-CF55316C9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1F4580-6533-1548-DAE8-02023DB1F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23C42-7AC1-821D-1A14-BC868B47F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89E7A-12BC-EC74-C6AC-206DA7487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857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BB986-45F7-FD84-D510-A383F53D3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BED42-DDFE-602D-1B58-029C55B0C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58A73-62DE-F293-81A8-18A41022E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6F88A-744D-BE66-1E15-9A6742DFC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071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7C65F-9150-5F79-CC45-2CCB3340D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6F888B-DDCF-6ABA-4918-5E688F146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CBC2F-4402-A8A1-1DA8-11EAA7676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97877-C7A6-D261-46E9-910F9F7AA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51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D9904-62A8-171F-08C5-51A97A78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10BBA-103D-8C61-F660-E4BDE98A2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E0F24-0FA3-A834-7ABA-C79040AF4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96D1B-4E9E-EDA9-2EF6-AA70C50C9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629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1F2C-6866-66B0-D2B0-0B1F3A8C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B9543-8ACC-964C-7534-CBBFB6EF5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095D9-29AB-C93A-438D-2525CEC33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EFC05-7015-39A7-FCD5-1196AFB37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55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9554A-5BC1-B87C-E9CB-7F89E84B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09179-800D-2384-A9E1-FC78ADE92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358D6-52C5-5397-CCF2-C270834F4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FAF3C-DAE0-525F-6CE6-A148F2909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377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139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557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B3A824-1A51-4B26-AD58-A6D8E14F6C04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7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03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3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167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33525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542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82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838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084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55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476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CBC1C18-307B-4F68-A007-B5B542270E8D}" type="datetimeFigureOut">
              <a:rPr lang="en-US" noProof="0" smtClean="0"/>
              <a:t>5/29/2025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225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n looking at landscape">
            <a:extLst>
              <a:ext uri="{FF2B5EF4-FFF2-40B4-BE49-F238E27FC236}">
                <a16:creationId xmlns:a16="http://schemas.microsoft.com/office/drawing/2014/main" id="{7ED3865C-AA2C-E5FC-DCE3-4EF7B110043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" y="256539"/>
            <a:ext cx="11704320" cy="354515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A549D6D-D8ED-2E8C-AB8F-FC7016D4E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4139691"/>
            <a:ext cx="9966960" cy="1325880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Goudy Old Style" panose="02020502050305020303" pitchFamily="18" charset="0"/>
                <a:ea typeface="Microsoft Yi Baiti" panose="03000500000000000000" pitchFamily="66" charset="0"/>
                <a:cs typeface="Mongolian Baiti" panose="03000500000000000000" pitchFamily="66" charset="0"/>
              </a:rPr>
              <a:t>Travel route suggestion based on pattern of travel and difficulties</a:t>
            </a:r>
            <a:endParaRPr lang="en-US" sz="4000" cap="none" dirty="0">
              <a:latin typeface="Goudy Old Style" panose="02020502050305020303" pitchFamily="18" charset="0"/>
              <a:ea typeface="Microsoft Yi Baiti" panose="03000500000000000000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FB84E0-5C98-3E33-574F-75319F4D1BA4}"/>
              </a:ext>
            </a:extLst>
          </p:cNvPr>
          <p:cNvSpPr txBox="1"/>
          <p:nvPr/>
        </p:nvSpPr>
        <p:spPr>
          <a:xfrm>
            <a:off x="243840" y="5197985"/>
            <a:ext cx="3805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>
                <a:solidFill>
                  <a:schemeClr val="bg1"/>
                </a:solidFill>
                <a:latin typeface="Goudy Old Style" panose="02020502050305020303" pitchFamily="18" charset="0"/>
                <a:ea typeface="Nirmala Text" panose="020B0502040204020203" pitchFamily="34" charset="0"/>
                <a:cs typeface="Nirmala Text" panose="020B0502040204020203" pitchFamily="34" charset="0"/>
              </a:rPr>
              <a:t>Group members:</a:t>
            </a:r>
          </a:p>
          <a:p>
            <a:r>
              <a:rPr lang="en-US" sz="1800" b="1" dirty="0">
                <a:solidFill>
                  <a:schemeClr val="bg1"/>
                </a:solidFill>
                <a:latin typeface="Goudy Old Style" panose="02020502050305020303" pitchFamily="18" charset="0"/>
                <a:ea typeface="Nirmala Text" panose="020B0502040204020203" pitchFamily="34" charset="0"/>
                <a:cs typeface="Nirmala Text" panose="020B0502040204020203" pitchFamily="34" charset="0"/>
              </a:rPr>
              <a:t>Supriti Mondal (CSE-DS/2021/015)</a:t>
            </a:r>
          </a:p>
          <a:p>
            <a:r>
              <a:rPr lang="en-US" sz="1800" b="1" dirty="0">
                <a:solidFill>
                  <a:schemeClr val="bg1"/>
                </a:solidFill>
                <a:latin typeface="Goudy Old Style" panose="02020502050305020303" pitchFamily="18" charset="0"/>
                <a:ea typeface="Nirmala Text" panose="020B0502040204020203" pitchFamily="34" charset="0"/>
                <a:cs typeface="Nirmala Text" panose="020B0502040204020203" pitchFamily="34" charset="0"/>
              </a:rPr>
              <a:t>Amrita Mondal(CSE-DS/2021/018)</a:t>
            </a:r>
          </a:p>
          <a:p>
            <a:r>
              <a:rPr lang="en-US" sz="1800" b="1" dirty="0">
                <a:solidFill>
                  <a:schemeClr val="bg1"/>
                </a:solidFill>
                <a:latin typeface="Goudy Old Style" panose="02020502050305020303" pitchFamily="18" charset="0"/>
                <a:ea typeface="Nirmala Text" panose="020B0502040204020203" pitchFamily="34" charset="0"/>
                <a:cs typeface="Nirmala Text" panose="020B0502040204020203" pitchFamily="34" charset="0"/>
              </a:rPr>
              <a:t>Sanchita Sarkar(CSE-DS/2021/008)</a:t>
            </a:r>
          </a:p>
          <a:p>
            <a:r>
              <a:rPr lang="en-US" sz="1800" b="1" dirty="0">
                <a:solidFill>
                  <a:schemeClr val="bg1"/>
                </a:solidFill>
                <a:latin typeface="Goudy Old Style" panose="02020502050305020303" pitchFamily="18" charset="0"/>
                <a:ea typeface="Nirmala Text" panose="020B0502040204020203" pitchFamily="34" charset="0"/>
                <a:cs typeface="Nirmala Text" panose="020B0502040204020203" pitchFamily="34" charset="0"/>
              </a:rPr>
              <a:t>Siddhartha Shaw(CSE-DS/2021/003)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0E85560-7752-7DE6-B2ED-4113A086C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66514" y="5793597"/>
            <a:ext cx="2214269" cy="807864"/>
          </a:xfrm>
        </p:spPr>
        <p:txBody>
          <a:bodyPr>
            <a:noAutofit/>
          </a:bodyPr>
          <a:lstStyle/>
          <a:p>
            <a:pPr algn="l"/>
            <a:r>
              <a:rPr lang="en-US" sz="1800" b="1" u="sng" dirty="0">
                <a:solidFill>
                  <a:schemeClr val="bg1"/>
                </a:solidFill>
                <a:latin typeface="Candara" panose="020E0502030303020204" pitchFamily="34" charset="0"/>
              </a:rPr>
              <a:t>Guided by: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latin typeface="Candara" panose="020E0502030303020204" pitchFamily="34" charset="0"/>
              </a:rPr>
              <a:t>Mrs. Manali Sarkar</a:t>
            </a:r>
            <a:endParaRPr lang="en-IN" sz="18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62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6193-F9F1-4C54-838F-77350B9FC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2155"/>
            <a:ext cx="6693061" cy="1356360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4800" b="1" dirty="0">
                <a:latin typeface="Constantia" panose="02030602050306030303" pitchFamily="18" charset="0"/>
                <a:ea typeface="Microsoft YaHei UI Light" panose="020B0502040204020203" pitchFamily="34" charset="-122"/>
              </a:rPr>
              <a:t>Agenda:</a:t>
            </a:r>
            <a:endParaRPr lang="en-US" sz="4800" dirty="0">
              <a:latin typeface="Constantia" panose="02030602050306030303" pitchFamily="18" charset="0"/>
            </a:endParaRPr>
          </a:p>
        </p:txBody>
      </p:sp>
      <p:pic>
        <p:nvPicPr>
          <p:cNvPr id="7" name="Picture 6" descr="Woman on top of a hill">
            <a:extLst>
              <a:ext uri="{FF2B5EF4-FFF2-40B4-BE49-F238E27FC236}">
                <a16:creationId xmlns:a16="http://schemas.microsoft.com/office/drawing/2014/main" id="{5B1885B6-720E-4434-8EED-676D134293D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160" r="1" b="1"/>
          <a:stretch/>
        </p:blipFill>
        <p:spPr>
          <a:xfrm>
            <a:off x="8310622" y="243840"/>
            <a:ext cx="3646837" cy="63779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24FB42-DDC0-CA16-5CF0-83F8C91412FC}"/>
              </a:ext>
            </a:extLst>
          </p:cNvPr>
          <p:cNvSpPr txBox="1"/>
          <p:nvPr/>
        </p:nvSpPr>
        <p:spPr>
          <a:xfrm>
            <a:off x="1143000" y="2151727"/>
            <a:ext cx="526713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Introduction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Problem Statement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Methodology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Project Output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Conclusion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Future Scope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Garamond" panose="02020404030301010803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2847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88E1-1C83-45CD-94C1-01CE6D18A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612" y="609600"/>
            <a:ext cx="6693061" cy="135636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Garamond" panose="02020404030301010803" pitchFamily="18" charset="0"/>
              </a:rPr>
              <a:t>Introduction</a:t>
            </a:r>
            <a:r>
              <a:rPr lang="en-US" dirty="0"/>
              <a:t> </a:t>
            </a:r>
          </a:p>
        </p:txBody>
      </p:sp>
      <p:pic>
        <p:nvPicPr>
          <p:cNvPr id="5" name="Picture 4" descr="Airport">
            <a:extLst>
              <a:ext uri="{FF2B5EF4-FFF2-40B4-BE49-F238E27FC236}">
                <a16:creationId xmlns:a16="http://schemas.microsoft.com/office/drawing/2014/main" id="{E4D3CE1D-3DAE-4798-AD0B-2A9034A192C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241388" y="256364"/>
            <a:ext cx="4200395" cy="63521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8B4CBE-C81D-1C8A-7ED7-693AB3A4B64A}"/>
              </a:ext>
            </a:extLst>
          </p:cNvPr>
          <p:cNvSpPr txBox="1"/>
          <p:nvPr/>
        </p:nvSpPr>
        <p:spPr>
          <a:xfrm>
            <a:off x="5271796" y="1844658"/>
            <a:ext cx="65307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This project aims to recommend travel routes based on the user's current or previously visited 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Clustering algorithms are applied to latitude and longitude coordinates to identify geographically proximate places.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Users provide a specific location, and the system calculates the nearest visited places for optimal route suggestions.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The objective is to enhance travel planning by offering personalized, efficient, data-driven route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194767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F9815-AE80-3F51-E01B-EF3070470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oman on top of a hill">
            <a:extLst>
              <a:ext uri="{FF2B5EF4-FFF2-40B4-BE49-F238E27FC236}">
                <a16:creationId xmlns:a16="http://schemas.microsoft.com/office/drawing/2014/main" id="{72954B30-B82E-C2A2-C9FE-6B47702384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160" r="1" b="1"/>
          <a:stretch/>
        </p:blipFill>
        <p:spPr>
          <a:xfrm>
            <a:off x="7745506" y="243840"/>
            <a:ext cx="4211953" cy="6377939"/>
          </a:xfrm>
          <a:prstGeom prst="rect">
            <a:avLst/>
          </a:prstGeom>
        </p:spPr>
      </p:pic>
      <p:sp>
        <p:nvSpPr>
          <p:cNvPr id="11" name="Rectangle 10" descr="Telescope">
            <a:extLst>
              <a:ext uri="{FF2B5EF4-FFF2-40B4-BE49-F238E27FC236}">
                <a16:creationId xmlns:a16="http://schemas.microsoft.com/office/drawing/2014/main" id="{DB85FFAC-553F-89D6-90F1-780AB8E6AD29}"/>
              </a:ext>
            </a:extLst>
          </p:cNvPr>
          <p:cNvSpPr/>
          <p:nvPr/>
        </p:nvSpPr>
        <p:spPr>
          <a:xfrm>
            <a:off x="717904" y="5410396"/>
            <a:ext cx="689062" cy="689062"/>
          </a:xfrm>
          <a:prstGeom prst="rect">
            <a:avLst/>
          </a:prstGeom>
          <a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FF63EC9-4ABE-F987-34F7-AB22BD6EE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A3C1D67-AB3C-1108-8D65-619ED8E84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917" y="2352799"/>
            <a:ext cx="114149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9BFE50F-F5B3-EC5B-2B84-7BF9DAD57C08}"/>
              </a:ext>
            </a:extLst>
          </p:cNvPr>
          <p:cNvSpPr txBox="1">
            <a:spLocks/>
          </p:cNvSpPr>
          <p:nvPr/>
        </p:nvSpPr>
        <p:spPr>
          <a:xfrm>
            <a:off x="769811" y="591691"/>
            <a:ext cx="6693061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dirty="0">
                <a:latin typeface="Garamond" panose="02020404030301010803" pitchFamily="18" charset="0"/>
              </a:rPr>
              <a:t>Problem Statement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265A9-4F7A-4AA7-EE00-067F8A10584F}"/>
              </a:ext>
            </a:extLst>
          </p:cNvPr>
          <p:cNvSpPr txBox="1"/>
          <p:nvPr/>
        </p:nvSpPr>
        <p:spPr>
          <a:xfrm>
            <a:off x="1062435" y="1832564"/>
            <a:ext cx="65886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Travelers often face difficulties such as traffic condition</a:t>
            </a:r>
            <a:r>
              <a:rPr lang="en-IN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route difficulty, </a:t>
            </a:r>
            <a:r>
              <a:rPr lang="en-IN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and </a:t>
            </a:r>
            <a:r>
              <a:rPr lang="en-US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weather conditions 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when planning routes.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This can be detected using real-time data, user feedback, and travel history, and solved by using algorithms that learn from past traveler experiences to suggest the best and most reliable routes.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The travel recommendation system solves this problem by </a:t>
            </a:r>
            <a:r>
              <a:rPr lang="en-US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considering commonly used routes and difficulties faced by past travelers </a:t>
            </a:r>
            <a:r>
              <a:rPr lang="en-US" dirty="0">
                <a:latin typeface="Bookman Old Style" panose="02050604050505020204" pitchFamily="18" charset="0"/>
              </a:rPr>
              <a:t>to suggest the most efficient, reliable, and personalized routes.</a:t>
            </a:r>
          </a:p>
        </p:txBody>
      </p:sp>
    </p:spTree>
    <p:extLst>
      <p:ext uri="{BB962C8B-B14F-4D97-AF65-F5344CB8AC3E}">
        <p14:creationId xmlns:p14="http://schemas.microsoft.com/office/powerpoint/2010/main" val="52740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ECD6F-56D9-6BC4-6211-937C7E1B0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4AF0-087C-4D14-E999-0A8BB5471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015" y="651966"/>
            <a:ext cx="3830217" cy="898091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Garamond" panose="02020404030301010803" pitchFamily="18" charset="0"/>
              </a:rPr>
              <a:t>Methodology</a:t>
            </a:r>
          </a:p>
        </p:txBody>
      </p:sp>
      <p:pic>
        <p:nvPicPr>
          <p:cNvPr id="4" name="Image 20">
            <a:extLst>
              <a:ext uri="{FF2B5EF4-FFF2-40B4-BE49-F238E27FC236}">
                <a16:creationId xmlns:a16="http://schemas.microsoft.com/office/drawing/2014/main" id="{48891669-F71F-DC47-E85D-5C12CC7F59D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9980" y="1438090"/>
            <a:ext cx="4432039" cy="506652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9882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A2182E-B631-9428-D6CC-E7BC3400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A016-3A8A-1B76-ED4C-B417DC1D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Garamond" panose="02020404030301010803" pitchFamily="18" charset="0"/>
              </a:rPr>
              <a:t>Project Output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89E43C-C937-A4A1-FB2F-0C69E73E646D}"/>
              </a:ext>
            </a:extLst>
          </p:cNvPr>
          <p:cNvGrpSpPr>
            <a:grpSpLocks/>
          </p:cNvGrpSpPr>
          <p:nvPr/>
        </p:nvGrpSpPr>
        <p:grpSpPr>
          <a:xfrm>
            <a:off x="2359081" y="1711698"/>
            <a:ext cx="7443358" cy="1949472"/>
            <a:chOff x="6350" y="6350"/>
            <a:chExt cx="5922010" cy="1390650"/>
          </a:xfrm>
        </p:grpSpPr>
        <p:pic>
          <p:nvPicPr>
            <p:cNvPr id="5" name="Image 23">
              <a:extLst>
                <a:ext uri="{FF2B5EF4-FFF2-40B4-BE49-F238E27FC236}">
                  <a16:creationId xmlns:a16="http://schemas.microsoft.com/office/drawing/2014/main" id="{F094AF0E-B302-EFBF-9229-CA59FBE2005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998" y="12700"/>
              <a:ext cx="5711011" cy="1377950"/>
            </a:xfrm>
            <a:prstGeom prst="rect">
              <a:avLst/>
            </a:prstGeom>
          </p:spPr>
        </p:pic>
        <p:sp>
          <p:nvSpPr>
            <p:cNvPr id="6" name="Graphic 24">
              <a:extLst>
                <a:ext uri="{FF2B5EF4-FFF2-40B4-BE49-F238E27FC236}">
                  <a16:creationId xmlns:a16="http://schemas.microsoft.com/office/drawing/2014/main" id="{35D07BB0-7F43-081B-4F56-6267E5AFA520}"/>
                </a:ext>
              </a:extLst>
            </p:cNvPr>
            <p:cNvSpPr/>
            <p:nvPr/>
          </p:nvSpPr>
          <p:spPr>
            <a:xfrm>
              <a:off x="6350" y="6350"/>
              <a:ext cx="5922010" cy="1390650"/>
            </a:xfrm>
            <a:custGeom>
              <a:avLst/>
              <a:gdLst/>
              <a:ahLst/>
              <a:cxnLst/>
              <a:rect l="l" t="t" r="r" b="b"/>
              <a:pathLst>
                <a:path w="5922010" h="1390650">
                  <a:moveTo>
                    <a:pt x="0" y="1390650"/>
                  </a:moveTo>
                  <a:lnTo>
                    <a:pt x="5922010" y="1390650"/>
                  </a:lnTo>
                  <a:lnTo>
                    <a:pt x="5922010" y="0"/>
                  </a:lnTo>
                  <a:lnTo>
                    <a:pt x="0" y="0"/>
                  </a:lnTo>
                  <a:lnTo>
                    <a:pt x="0" y="13906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DAECA36-0E08-ABC3-702B-5C3DB495F68D}"/>
              </a:ext>
            </a:extLst>
          </p:cNvPr>
          <p:cNvGrpSpPr>
            <a:grpSpLocks/>
          </p:cNvGrpSpPr>
          <p:nvPr/>
        </p:nvGrpSpPr>
        <p:grpSpPr>
          <a:xfrm>
            <a:off x="2359081" y="3800140"/>
            <a:ext cx="7443358" cy="1847625"/>
            <a:chOff x="6350" y="6350"/>
            <a:chExt cx="5911850" cy="1308100"/>
          </a:xfrm>
        </p:grpSpPr>
        <p:pic>
          <p:nvPicPr>
            <p:cNvPr id="10" name="Image 32">
              <a:extLst>
                <a:ext uri="{FF2B5EF4-FFF2-40B4-BE49-F238E27FC236}">
                  <a16:creationId xmlns:a16="http://schemas.microsoft.com/office/drawing/2014/main" id="{D4E75EA5-3A3D-C5E7-2B99-CED72A953A4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634" y="12700"/>
              <a:ext cx="5813215" cy="1285036"/>
            </a:xfrm>
            <a:prstGeom prst="rect">
              <a:avLst/>
            </a:prstGeom>
          </p:spPr>
        </p:pic>
        <p:sp>
          <p:nvSpPr>
            <p:cNvPr id="11" name="Graphic 33">
              <a:extLst>
                <a:ext uri="{FF2B5EF4-FFF2-40B4-BE49-F238E27FC236}">
                  <a16:creationId xmlns:a16="http://schemas.microsoft.com/office/drawing/2014/main" id="{7706694C-BFB8-2D4F-4470-297F0B94125B}"/>
                </a:ext>
              </a:extLst>
            </p:cNvPr>
            <p:cNvSpPr/>
            <p:nvPr/>
          </p:nvSpPr>
          <p:spPr>
            <a:xfrm>
              <a:off x="6350" y="6350"/>
              <a:ext cx="5911850" cy="1308100"/>
            </a:xfrm>
            <a:custGeom>
              <a:avLst/>
              <a:gdLst/>
              <a:ahLst/>
              <a:cxnLst/>
              <a:rect l="l" t="t" r="r" b="b"/>
              <a:pathLst>
                <a:path w="5911850" h="1308100">
                  <a:moveTo>
                    <a:pt x="0" y="1308100"/>
                  </a:moveTo>
                  <a:lnTo>
                    <a:pt x="5911849" y="1308100"/>
                  </a:lnTo>
                  <a:lnTo>
                    <a:pt x="5911849" y="0"/>
                  </a:lnTo>
                  <a:lnTo>
                    <a:pt x="0" y="0"/>
                  </a:lnTo>
                  <a:lnTo>
                    <a:pt x="0" y="1308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A3AEAF0-6D86-0379-0024-7F7371079B94}"/>
              </a:ext>
            </a:extLst>
          </p:cNvPr>
          <p:cNvSpPr txBox="1"/>
          <p:nvPr/>
        </p:nvSpPr>
        <p:spPr>
          <a:xfrm>
            <a:off x="5014419" y="5786735"/>
            <a:ext cx="2381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</a:t>
            </a:r>
          </a:p>
        </p:txBody>
      </p:sp>
    </p:spTree>
    <p:extLst>
      <p:ext uri="{BB962C8B-B14F-4D97-AF65-F5344CB8AC3E}">
        <p14:creationId xmlns:p14="http://schemas.microsoft.com/office/powerpoint/2010/main" val="263848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A875D-FCD9-2321-76A6-0CCAB44A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00BC9-439E-C6D4-491E-002728BD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Garamond" panose="02020404030301010803" pitchFamily="18" charset="0"/>
              </a:rPr>
              <a:t>Project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7A432-4AB0-9450-8C87-9297E3DEC4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479" y="1720374"/>
            <a:ext cx="7539316" cy="17790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F21749-8544-EAB1-ADF2-54DAB0FFE605}"/>
              </a:ext>
            </a:extLst>
          </p:cNvPr>
          <p:cNvSpPr txBox="1"/>
          <p:nvPr/>
        </p:nvSpPr>
        <p:spPr>
          <a:xfrm>
            <a:off x="4137210" y="5705141"/>
            <a:ext cx="373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02F1DC-7BFB-7CD9-45A4-5E0D0AA9E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479" y="3619865"/>
            <a:ext cx="7539316" cy="20199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64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F33F9-0592-2B8E-8EDD-896DAE3C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C441F-7F9C-E587-5909-52A4B55C9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Garamond" panose="02020404030301010803" pitchFamily="18" charset="0"/>
              </a:rPr>
              <a:t>Project 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17518-6A72-5A09-DB44-624E9B0128A5}"/>
              </a:ext>
            </a:extLst>
          </p:cNvPr>
          <p:cNvSpPr txBox="1"/>
          <p:nvPr/>
        </p:nvSpPr>
        <p:spPr>
          <a:xfrm>
            <a:off x="4144241" y="5878515"/>
            <a:ext cx="373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DEC58-95E0-CD54-16F2-D4DF4746E6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658" y="1801594"/>
            <a:ext cx="4142707" cy="264228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B79C80-390E-BB07-9CCF-FCDCA83D4D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707" y="1801594"/>
            <a:ext cx="6418613" cy="17142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D2F95B-F9C0-5DD3-E296-1FED7E3F92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707" y="3570903"/>
            <a:ext cx="6418613" cy="224766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933456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7DC7BD-14F5-6726-73E3-1CA3A0DF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1E9F-F3EB-8A3D-9C33-5B97A221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364" y="488825"/>
            <a:ext cx="9875520" cy="135636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Garamond" panose="02020404030301010803" pitchFamily="18" charset="0"/>
              </a:rPr>
              <a:t>Project 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788BA9-EC25-8B05-C852-691D4070284C}"/>
              </a:ext>
            </a:extLst>
          </p:cNvPr>
          <p:cNvSpPr txBox="1"/>
          <p:nvPr/>
        </p:nvSpPr>
        <p:spPr>
          <a:xfrm>
            <a:off x="3760437" y="5913810"/>
            <a:ext cx="4671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System(web)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ED503-2D54-3B9E-E636-3C6891BD40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40"/>
          <a:stretch/>
        </p:blipFill>
        <p:spPr bwMode="auto">
          <a:xfrm>
            <a:off x="2040720" y="3905914"/>
            <a:ext cx="8110560" cy="20078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DD2206-152B-DED2-725F-9474DC88D0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86"/>
          <a:stretch/>
        </p:blipFill>
        <p:spPr bwMode="auto">
          <a:xfrm>
            <a:off x="2040720" y="1628670"/>
            <a:ext cx="8110560" cy="2140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117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7A835-B9A5-4A8A-3585-BEC1B7D18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irport">
            <a:extLst>
              <a:ext uri="{FF2B5EF4-FFF2-40B4-BE49-F238E27FC236}">
                <a16:creationId xmlns:a16="http://schemas.microsoft.com/office/drawing/2014/main" id="{48CF6C67-98BA-D6D2-0AE7-3BE5746D768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241388" y="256364"/>
            <a:ext cx="4200395" cy="635218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0679654-C8E3-F07C-E008-66D8E7A5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467" y="819430"/>
            <a:ext cx="6306671" cy="79785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Garamond" panose="02020404030301010803" pitchFamily="18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01007-2401-B44E-80CA-44F88580202E}"/>
              </a:ext>
            </a:extLst>
          </p:cNvPr>
          <p:cNvSpPr txBox="1"/>
          <p:nvPr/>
        </p:nvSpPr>
        <p:spPr>
          <a:xfrm rot="10800000" flipV="1">
            <a:off x="5410028" y="1786154"/>
            <a:ext cx="64305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Our project developed a personalized travel recommendation system for tourists in Kolkata.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It uses collaborative filtering to suggest popular nearby destinations based on user searches.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The system helps travelers plan better trips by showing both famous spots and hidden gems.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It also supports local tourism by promoting a variety of attractions.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74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6A9F7-F831-F402-3F07-BBD8DCE6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3A645-3AD5-4942-943D-E625A84F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903" y="815414"/>
            <a:ext cx="6306671" cy="79785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Garamond" panose="02020404030301010803" pitchFamily="18" charset="0"/>
              </a:rPr>
              <a:t>Future Scope</a:t>
            </a:r>
          </a:p>
        </p:txBody>
      </p:sp>
      <p:pic>
        <p:nvPicPr>
          <p:cNvPr id="7" name="Picture 6" descr="Woman on top of a hill">
            <a:extLst>
              <a:ext uri="{FF2B5EF4-FFF2-40B4-BE49-F238E27FC236}">
                <a16:creationId xmlns:a16="http://schemas.microsoft.com/office/drawing/2014/main" id="{C55ED38E-1307-BA67-0C5C-B9D70766794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160" r="1" b="1"/>
          <a:stretch/>
        </p:blipFill>
        <p:spPr>
          <a:xfrm>
            <a:off x="7745506" y="243840"/>
            <a:ext cx="4211953" cy="6377939"/>
          </a:xfrm>
          <a:prstGeom prst="rect">
            <a:avLst/>
          </a:prstGeom>
        </p:spPr>
      </p:pic>
      <p:sp>
        <p:nvSpPr>
          <p:cNvPr id="11" name="Rectangle 10" descr="Telescope">
            <a:extLst>
              <a:ext uri="{FF2B5EF4-FFF2-40B4-BE49-F238E27FC236}">
                <a16:creationId xmlns:a16="http://schemas.microsoft.com/office/drawing/2014/main" id="{2BA2307B-8A49-8D70-23F2-1E1F28C8E519}"/>
              </a:ext>
            </a:extLst>
          </p:cNvPr>
          <p:cNvSpPr/>
          <p:nvPr/>
        </p:nvSpPr>
        <p:spPr>
          <a:xfrm>
            <a:off x="717904" y="5410396"/>
            <a:ext cx="689062" cy="689062"/>
          </a:xfrm>
          <a:prstGeom prst="rect">
            <a:avLst/>
          </a:prstGeom>
          <a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A78C091-DA5A-8289-6C78-BB001C41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98B446B-F47C-AAD4-F8C8-3CC52D7DB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917" y="2352799"/>
            <a:ext cx="114149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574B9E-6AFE-29D8-9E4F-B552CBA237F2}"/>
              </a:ext>
            </a:extLst>
          </p:cNvPr>
          <p:cNvSpPr txBox="1"/>
          <p:nvPr/>
        </p:nvSpPr>
        <p:spPr>
          <a:xfrm>
            <a:off x="1062435" y="1859339"/>
            <a:ext cx="64953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By implementing a user-friendly web-based application, the travel recommendation system will improve accessibility.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It will integrate real-time data sources and continuously improve by adjusting recommendations based on user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A promising future improvement is adding real-time user feedback to help the system learn and improve continuously.</a:t>
            </a:r>
          </a:p>
        </p:txBody>
      </p:sp>
    </p:spTree>
    <p:extLst>
      <p:ext uri="{BB962C8B-B14F-4D97-AF65-F5344CB8AC3E}">
        <p14:creationId xmlns:p14="http://schemas.microsoft.com/office/powerpoint/2010/main" val="1949214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DAF38-5D3C-E982-9345-5BB601733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EB87-2FEB-DDC5-BC31-8D31D66BC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611" y="573605"/>
            <a:ext cx="6693061" cy="102123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>
                <a:latin typeface="Garamond" panose="02020404030301010803" pitchFamily="18" charset="0"/>
              </a:rPr>
              <a:t>References</a:t>
            </a:r>
            <a:r>
              <a:rPr lang="en-US" dirty="0"/>
              <a:t> </a:t>
            </a:r>
          </a:p>
        </p:txBody>
      </p:sp>
      <p:pic>
        <p:nvPicPr>
          <p:cNvPr id="5" name="Picture 4" descr="Airport">
            <a:extLst>
              <a:ext uri="{FF2B5EF4-FFF2-40B4-BE49-F238E27FC236}">
                <a16:creationId xmlns:a16="http://schemas.microsoft.com/office/drawing/2014/main" id="{5E484D92-1AC7-5821-08A1-053920AC08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241388" y="256364"/>
            <a:ext cx="4443734" cy="63521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959F54-7261-E68F-9FB9-F5C818F11B68}"/>
              </a:ext>
            </a:extLst>
          </p:cNvPr>
          <p:cNvSpPr txBox="1"/>
          <p:nvPr/>
        </p:nvSpPr>
        <p:spPr>
          <a:xfrm>
            <a:off x="4969652" y="1594842"/>
            <a:ext cx="698096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Bookman Old Style" panose="02050604050505020204" pitchFamily="18" charset="0"/>
              </a:rPr>
              <a:t>L. Ravi and S. </a:t>
            </a:r>
            <a:r>
              <a:rPr lang="en-US" sz="1700" dirty="0" err="1">
                <a:latin typeface="Bookman Old Style" panose="02050604050505020204" pitchFamily="18" charset="0"/>
              </a:rPr>
              <a:t>Vairavasundaram</a:t>
            </a:r>
            <a:r>
              <a:rPr lang="en-US" sz="1700" dirty="0">
                <a:latin typeface="Bookman Old Style" panose="02050604050505020204" pitchFamily="18" charset="0"/>
              </a:rPr>
              <a:t>, "A collaborative location-based travel recommendation system through enhanced rating prediction for the group of users," </a:t>
            </a:r>
            <a:r>
              <a:rPr lang="en-US" sz="1700" dirty="0" err="1">
                <a:latin typeface="Bookman Old Style" panose="02050604050505020204" pitchFamily="18" charset="0"/>
              </a:rPr>
              <a:t>Comput</a:t>
            </a:r>
            <a:r>
              <a:rPr lang="en-US" sz="1700" dirty="0">
                <a:latin typeface="Bookman Old Style" panose="02050604050505020204" pitchFamily="18" charset="0"/>
              </a:rPr>
              <a:t>. </a:t>
            </a:r>
            <a:r>
              <a:rPr lang="en-US" sz="1700" dirty="0" err="1">
                <a:latin typeface="Bookman Old Style" panose="02050604050505020204" pitchFamily="18" charset="0"/>
              </a:rPr>
              <a:t>Intell</a:t>
            </a:r>
            <a:r>
              <a:rPr lang="en-US" sz="1700" dirty="0">
                <a:latin typeface="Bookman Old Style" panose="02050604050505020204" pitchFamily="18" charset="0"/>
              </a:rPr>
              <a:t>. </a:t>
            </a:r>
            <a:r>
              <a:rPr lang="en-US" sz="1700" dirty="0" err="1">
                <a:latin typeface="Bookman Old Style" panose="02050604050505020204" pitchFamily="18" charset="0"/>
              </a:rPr>
              <a:t>Neurosci</a:t>
            </a:r>
            <a:r>
              <a:rPr lang="en-US" sz="1700" dirty="0">
                <a:latin typeface="Bookman Old Style" panose="02050604050505020204" pitchFamily="18" charset="0"/>
              </a:rPr>
              <a:t>., vol. 2016.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700" dirty="0">
                <a:latin typeface="Bookman Old Style" panose="02050604050505020204" pitchFamily="18" charset="0"/>
              </a:rPr>
              <a:t>A.-J. Cheng, Y.-Y. Chen, Y.-T. Huang, W. H. Hsu, and H.-Y. M. Liao, “Personalized travel recommendation by mining people attributes from community-contributed photos,” Dept. of Computer Science and Information Engineering, National Taiwan University, Taipei, Taiwan, and Institute of Information Science, Academia Sinica, Taipei, Taiwan.</a:t>
            </a:r>
          </a:p>
          <a:p>
            <a:pPr marL="342900" indent="-342900">
              <a:buFont typeface="+mj-lt"/>
              <a:buAutoNum type="arabicPeriod"/>
            </a:pPr>
            <a:endParaRPr lang="en-US" sz="1700" dirty="0">
              <a:latin typeface="Bookman Old Style" panose="020506040505050202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700" dirty="0">
                <a:latin typeface="Bookman Old Style" panose="02050604050505020204" pitchFamily="18" charset="0"/>
              </a:rPr>
              <a:t>N. </a:t>
            </a:r>
            <a:r>
              <a:rPr lang="en-IN" sz="1700" dirty="0" err="1">
                <a:latin typeface="Bookman Old Style" panose="02050604050505020204" pitchFamily="18" charset="0"/>
              </a:rPr>
              <a:t>Pulmamidi</a:t>
            </a:r>
            <a:r>
              <a:rPr lang="en-IN" sz="1700" dirty="0">
                <a:latin typeface="Bookman Old Style" panose="02050604050505020204" pitchFamily="18" charset="0"/>
              </a:rPr>
              <a:t>, R. </a:t>
            </a:r>
            <a:r>
              <a:rPr lang="en-IN" sz="1700" dirty="0" err="1">
                <a:latin typeface="Bookman Old Style" panose="02050604050505020204" pitchFamily="18" charset="0"/>
              </a:rPr>
              <a:t>Aluvalu</a:t>
            </a:r>
            <a:r>
              <a:rPr lang="en-IN" sz="1700" dirty="0">
                <a:latin typeface="Bookman Old Style" panose="02050604050505020204" pitchFamily="18" charset="0"/>
              </a:rPr>
              <a:t>, and V.U. Maheswari, "Intelligent travel route suggestion system based on pattern of travel and difficulties," IOP Conf. Ser.: Mater. Sci. Eng., vol. 1042, 2020.</a:t>
            </a:r>
          </a:p>
        </p:txBody>
      </p:sp>
    </p:spTree>
    <p:extLst>
      <p:ext uri="{BB962C8B-B14F-4D97-AF65-F5344CB8AC3E}">
        <p14:creationId xmlns:p14="http://schemas.microsoft.com/office/powerpoint/2010/main" val="2874059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3DC42C2-6B58-404C-B339-2C72808A5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81407-D1A6-42DD-AE7A-4FA34ACD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9849" y="2750820"/>
            <a:ext cx="5038844" cy="135636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  <a:latin typeface="Goudy Old Style" panose="02020502050305020303" pitchFamily="18" charset="0"/>
              </a:rPr>
              <a:t>Thank You.</a:t>
            </a:r>
          </a:p>
        </p:txBody>
      </p:sp>
      <p:pic>
        <p:nvPicPr>
          <p:cNvPr id="4" name="Picture 3" descr="Two people climbing a mountain">
            <a:extLst>
              <a:ext uri="{FF2B5EF4-FFF2-40B4-BE49-F238E27FC236}">
                <a16:creationId xmlns:a16="http://schemas.microsoft.com/office/drawing/2014/main" id="{629F2A20-8FE1-4EA2-AE83-45314542A65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78" b="2278"/>
          <a:stretch/>
        </p:blipFill>
        <p:spPr>
          <a:xfrm>
            <a:off x="232860" y="243840"/>
            <a:ext cx="5432443" cy="637793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CF82941-5589-49BF-B6B1-76122B2D0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3840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46983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41">
            <a:extLst>
              <a:ext uri="{FF2B5EF4-FFF2-40B4-BE49-F238E27FC236}">
                <a16:creationId xmlns:a16="http://schemas.microsoft.com/office/drawing/2014/main" id="{63FED537-3AF1-4C36-9904-77B6A54D2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Man looking at landscape">
            <a:extLst>
              <a:ext uri="{FF2B5EF4-FFF2-40B4-BE49-F238E27FC236}">
                <a16:creationId xmlns:a16="http://schemas.microsoft.com/office/drawing/2014/main" id="{CD9EF39B-AB41-49AB-8163-8B5FD7D283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3840" y="256539"/>
            <a:ext cx="11704320" cy="364364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BDA1F7C-05F6-CA04-828F-C086DE32425C}"/>
              </a:ext>
            </a:extLst>
          </p:cNvPr>
          <p:cNvSpPr txBox="1">
            <a:spLocks/>
          </p:cNvSpPr>
          <p:nvPr/>
        </p:nvSpPr>
        <p:spPr>
          <a:xfrm>
            <a:off x="3455280" y="4639035"/>
            <a:ext cx="5038844" cy="8234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b="1" kern="1200" cap="all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latin typeface="Goudy Old Style" panose="02020502050305020303" pitchFamily="18" charset="0"/>
              </a:rPr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D3DDD6-8E74-4DF3-A7C9-6234C7DB3E7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78ADAB2-5713-4CC8-B21C-AD74ED6A7D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F0D866-2B5B-42FA-BA6C-C5A2A7495C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Tourism design</Template>
  <TotalTime>471</TotalTime>
  <Words>519</Words>
  <Application>Microsoft Office PowerPoint</Application>
  <PresentationFormat>Widescreen</PresentationFormat>
  <Paragraphs>74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Bookman Old Style</vt:lpstr>
      <vt:lpstr>Calibri</vt:lpstr>
      <vt:lpstr>Candara</vt:lpstr>
      <vt:lpstr>Constantia</vt:lpstr>
      <vt:lpstr>Corbel</vt:lpstr>
      <vt:lpstr>Garamond</vt:lpstr>
      <vt:lpstr>Goudy Old Style</vt:lpstr>
      <vt:lpstr>Times New Roman</vt:lpstr>
      <vt:lpstr>Wingdings</vt:lpstr>
      <vt:lpstr>Basis</vt:lpstr>
      <vt:lpstr>Travel route suggestion based on pattern of travel and difficulties</vt:lpstr>
      <vt:lpstr>Agenda:</vt:lpstr>
      <vt:lpstr>Introduction </vt:lpstr>
      <vt:lpstr>PowerPoint Presentation</vt:lpstr>
      <vt:lpstr>Methodology</vt:lpstr>
      <vt:lpstr>Project Output</vt:lpstr>
      <vt:lpstr>Project Output</vt:lpstr>
      <vt:lpstr>Project Output</vt:lpstr>
      <vt:lpstr>Project Output</vt:lpstr>
      <vt:lpstr>Conclusion</vt:lpstr>
      <vt:lpstr>Future Scope</vt:lpstr>
      <vt:lpstr>References </vt:lpstr>
      <vt:lpstr>Thank You.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Supriti Mondal</dc:creator>
  <cp:lastModifiedBy>Supriti Mondal</cp:lastModifiedBy>
  <cp:revision>17</cp:revision>
  <dcterms:created xsi:type="dcterms:W3CDTF">2025-04-12T12:45:49Z</dcterms:created>
  <dcterms:modified xsi:type="dcterms:W3CDTF">2025-05-29T17:09:22Z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